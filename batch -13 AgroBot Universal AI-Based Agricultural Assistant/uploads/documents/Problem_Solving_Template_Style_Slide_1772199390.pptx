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Problem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Problem solving is the ability to identify a problem, analyze its causes,</a:t>
            </a:r>
          </a:p>
          <a:p>
            <a:r>
              <a:t>and find the most effective solution.</a:t>
            </a:r>
          </a:p>
          <a:p/>
          <a:p>
            <a:r>
              <a:t>Key Steps:</a:t>
            </a:r>
          </a:p>
          <a:p>
            <a:r>
              <a:t>• Identify the problem</a:t>
            </a:r>
          </a:p>
          <a:p>
            <a:r>
              <a:t>• Understand the cause</a:t>
            </a:r>
          </a:p>
          <a:p>
            <a:r>
              <a:t>• Generate possible solutions</a:t>
            </a:r>
          </a:p>
          <a:p>
            <a:r>
              <a:t>• Evaluate options</a:t>
            </a:r>
          </a:p>
          <a:p>
            <a:r>
              <a:t>• Choose and implement</a:t>
            </a:r>
          </a:p>
          <a:p>
            <a:r>
              <a:t>• Review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